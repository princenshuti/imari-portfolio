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MAXVENTURES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Imari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4A54B"/>
                </a:solidFill>
                <a:latin typeface="Calibri"/>
              </a:rPr>
              <a:t>Your wealth. One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personal wealth and asset tracker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built for Rwanda — and for the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next generation of African savers.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972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INVESTOR PITCH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Bringing private-bank</a:t>
            </a:r>
          </a:p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wealth clarity to every</a:t>
            </a:r>
          </a:p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Rwandan household.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931920"/>
            <a:ext cx="2103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1148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70%+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57A"/>
                </a:solidFill>
                <a:latin typeface="Calibri"/>
              </a:rPr>
              <a:t>Rwandans without</a:t>
            </a:r>
          </a:p>
          <a:p>
            <a:pPr algn="ctr"/>
            <a:r>
              <a:rPr sz="1000" b="0">
                <a:solidFill>
                  <a:srgbClr val="55657A"/>
                </a:solidFill>
                <a:latin typeface="Calibri"/>
              </a:rPr>
              <a:t>formal wealth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3931920"/>
            <a:ext cx="2103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1148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4 FX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57A"/>
                </a:solidFill>
                <a:latin typeface="Calibri"/>
              </a:rPr>
              <a:t>RWF · USD · EUR · KES</a:t>
            </a:r>
          </a:p>
          <a:p>
            <a:pPr algn="ctr"/>
            <a:r>
              <a:rPr sz="1000" b="0">
                <a:solidFill>
                  <a:srgbClr val="55657A"/>
                </a:solidFill>
                <a:latin typeface="Calibri"/>
              </a:rPr>
              <a:t>live from BNR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931920"/>
            <a:ext cx="2103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1148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25+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657A"/>
                </a:solidFill>
                <a:latin typeface="Calibri"/>
              </a:rPr>
              <a:t>Asset classes covered</a:t>
            </a:r>
          </a:p>
          <a:p>
            <a:pPr algn="ctr"/>
            <a:r>
              <a:rPr sz="1000" b="0">
                <a:solidFill>
                  <a:srgbClr val="55657A"/>
                </a:solidFill>
                <a:latin typeface="Calibri"/>
              </a:rPr>
              <a:t>in one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4864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Live: princenshuti.github.io/imari-portfolio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Rwandan households can't see their own wealth.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657A"/>
                </a:solidFill>
                <a:latin typeface="Calibri"/>
              </a:rPr>
              <a:t>Wealth in Rwanda is real — but invisible, fragmented, and undermanaged.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73152" cy="32918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Fragmented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Bank, MoMo, RSE, land titles, livestock, vehicles — all in different books, apps, or someone's head.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46888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468880"/>
            <a:ext cx="73152" cy="32918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Multi-currency mess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3756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Diaspora income in USD/EUR, savings in RWF, school fees in KES. No single view, no live FX.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73152" cy="32918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No advice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3756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Private banking advice is for the wealthy 1%. Everyone else gets WhatsApp tips and guesswork.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468880"/>
            <a:ext cx="2743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468880"/>
            <a:ext cx="73152" cy="32918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7432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No tax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33756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RRA filing season is annual panic. Households can't estimate liability until it's due.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5B"/>
                </a:solidFill>
                <a:latin typeface="Calibri"/>
              </a:rPr>
              <a:t>Result: families save less, pay more tax than they should, and miss the compounding decade of their lives.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Imari — one dashboard for your entire net worth.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657A"/>
                </a:solidFill>
                <a:latin typeface="Calibri"/>
              </a:rPr>
              <a:t>A private-bank-grade portfolio tracker, priced for everyone, built mobile-first for Rwanda.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3035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3035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Imari ·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  <a:latin typeface="Calibri"/>
              </a:rPr>
              <a:t>Net Worth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RWF 142,380,500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5B"/>
                </a:solidFill>
                <a:latin typeface="Calibri"/>
              </a:rPr>
              <a:t>↑ 4.2% this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82880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4251960"/>
            <a:ext cx="1280160" cy="27432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4251960"/>
            <a:ext cx="914400" cy="274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4251960"/>
            <a:ext cx="731520" cy="274320"/>
          </a:xfrm>
          <a:prstGeom prst="rect">
            <a:avLst/>
          </a:prstGeom>
          <a:solidFill>
            <a:srgbClr val="55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57A"/>
                </a:solidFill>
                <a:latin typeface="Calibri"/>
              </a:rPr>
              <a:t>Real estate · Equities · Cash · 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AI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22A4A"/>
                </a:solidFill>
                <a:latin typeface="Calibri"/>
              </a:rPr>
              <a:t>You're holding 38% in idle cash. Moving 10M to a</a:t>
            </a:r>
          </a:p>
          <a:p>
            <a:pPr algn="l"/>
            <a:r>
              <a:rPr sz="1000" b="0">
                <a:solidFill>
                  <a:srgbClr val="122A4A"/>
                </a:solidFill>
                <a:latin typeface="Calibri"/>
              </a:rPr>
              <a:t>1-year T-bond would add ~RWF 920K/yr.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46888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A54B"/>
                </a:solidFill>
                <a:latin typeface="Calibri"/>
              </a:rPr>
              <a:t>•  </a:t>
            </a:r>
            <a:r>
              <a:rPr sz="1300" b="1">
                <a:solidFill>
                  <a:srgbClr val="122A4A"/>
                </a:solidFill>
                <a:latin typeface="Calibri"/>
              </a:rPr>
              <a:t>One view</a:t>
            </a:r>
            <a:r>
              <a:rPr sz="1300" b="0">
                <a:solidFill>
                  <a:srgbClr val="122A4A"/>
                </a:solidFill>
                <a:latin typeface="Calibri"/>
              </a:rPr>
              <a:t>  Bank, MoMo, RSE, real estate, vehicles, crypto, livestock — every shilling, every asset, in one place.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4A54B"/>
                </a:solidFill>
                <a:latin typeface="Calibri"/>
              </a:rPr>
              <a:t>•  </a:t>
            </a:r>
            <a:r>
              <a:rPr sz="1300" b="1">
                <a:solidFill>
                  <a:srgbClr val="122A4A"/>
                </a:solidFill>
                <a:latin typeface="Calibri"/>
              </a:rPr>
              <a:t>Multi-currency, BNR-live</a:t>
            </a:r>
            <a:r>
              <a:rPr sz="1300" b="0">
                <a:solidFill>
                  <a:srgbClr val="122A4A"/>
                </a:solidFill>
                <a:latin typeface="Calibri"/>
              </a:rPr>
              <a:t>  RWF · USD · EUR · KES with daily rates scraped from the National Bank of Rwanda.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4A54B"/>
                </a:solidFill>
                <a:latin typeface="Calibri"/>
              </a:rPr>
              <a:t>•  </a:t>
            </a:r>
            <a:r>
              <a:rPr sz="1300" b="1">
                <a:solidFill>
                  <a:srgbClr val="122A4A"/>
                </a:solidFill>
                <a:latin typeface="Calibri"/>
              </a:rPr>
              <a:t>AI advisor in your pocket</a:t>
            </a:r>
            <a:r>
              <a:rPr sz="1300" b="0">
                <a:solidFill>
                  <a:srgbClr val="122A4A"/>
                </a:solidFill>
                <a:latin typeface="Calibri"/>
              </a:rPr>
              <a:t>  Claude grounded in your actual portfolio — not generic chatbot advice.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4A54B"/>
                </a:solidFill>
                <a:latin typeface="Calibri"/>
              </a:rPr>
              <a:t>•  </a:t>
            </a:r>
            <a:r>
              <a:rPr sz="1300" b="1">
                <a:solidFill>
                  <a:srgbClr val="122A4A"/>
                </a:solidFill>
                <a:latin typeface="Calibri"/>
              </a:rPr>
              <a:t>Built for Rwanda</a:t>
            </a:r>
            <a:r>
              <a:rPr sz="1300" b="0">
                <a:solidFill>
                  <a:srgbClr val="122A4A"/>
                </a:solidFill>
                <a:latin typeface="Calibri"/>
              </a:rPr>
              <a:t>  Tax module aligned to RRA bands. Local asset classes (livestock, plots) treated as first-class.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4A54B"/>
                </a:solidFill>
                <a:latin typeface="Calibri"/>
              </a:rPr>
              <a:t>•  </a:t>
            </a:r>
            <a:r>
              <a:rPr sz="1300" b="1">
                <a:solidFill>
                  <a:srgbClr val="122A4A"/>
                </a:solidFill>
                <a:latin typeface="Calibri"/>
              </a:rPr>
              <a:t>Works offline</a:t>
            </a:r>
            <a:r>
              <a:rPr sz="1300" b="0">
                <a:solidFill>
                  <a:srgbClr val="122A4A"/>
                </a:solidFill>
                <a:latin typeface="Calibri"/>
              </a:rPr>
              <a:t>  PWA — install on any phone, runs against cached data when the signal drops.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Everything a household needs to manage wealth.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7889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7889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423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Net worth, cost basis, realised gain/loss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Composition donut by asset class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Monthly income projection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AI insight card on every load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Milestone celebrations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7889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7889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01952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Assets &amp;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14600"/>
            <a:ext cx="2423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25+ classes: equities, bonds, real estate,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vehicles, crypto, livestock, collectibles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Excel import + downloadable template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Bulk edit, sort, filter, maturity alerts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Photo &amp; document attachments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7889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7889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01952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Cash flow &amp;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2423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Income/expense, recurring or one-time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Linked to specific accounts (auto-deduct)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Savings-rate computation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Goal tracking: education, housing, savings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Liabilities &amp; debt schedule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7889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7889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901952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Advisor · Trends · Tax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514600"/>
            <a:ext cx="2423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Multi-turn AI chat on your data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Live crypto + FX (CoinGecko, BNR cache)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Personal watchlist (RSE + foreign)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Rwanda RRA tax estimate — exportable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54B"/>
                </a:solidFill>
                <a:latin typeface="Calibri"/>
              </a:rPr>
              <a:t>•  </a:t>
            </a:r>
            <a:r>
              <a:rPr sz="1000">
                <a:solidFill>
                  <a:srgbClr val="122A4A"/>
                </a:solidFill>
                <a:latin typeface="Calibri"/>
              </a:rPr>
              <a:t>Household sharing: owner / editor / 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5B"/>
                </a:solidFill>
                <a:latin typeface="Calibri"/>
              </a:rPr>
              <a:t>All features shipped to production — no placeholders, no "coming soon".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Modern stack. Bank-grade trust. Zero installs.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468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Email + password.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First-login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portfolio created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automatically.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71800" y="3017520"/>
            <a:ext cx="320040" cy="274320"/>
          </a:xfrm>
          <a:prstGeom prst="rightArrow">
            <a:avLst/>
          </a:prstGeom>
          <a:solidFill>
            <a:srgbClr val="D4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011680"/>
            <a:ext cx="2468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194560"/>
            <a:ext cx="457200" cy="45720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Add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803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Manually or via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Excel import.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25+ classes.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Photos &amp; docs.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52160" y="3017520"/>
            <a:ext cx="320040" cy="274320"/>
          </a:xfrm>
          <a:prstGeom prst="rightArrow">
            <a:avLst/>
          </a:prstGeom>
          <a:solidFill>
            <a:srgbClr val="D4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2468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Auto-sync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Live FX (BNR).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Crypto prices.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Realtime sync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across devices.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32520" y="3017520"/>
            <a:ext cx="320040" cy="274320"/>
          </a:xfrm>
          <a:prstGeom prst="rightArrow">
            <a:avLst/>
          </a:prstGeom>
          <a:solidFill>
            <a:srgbClr val="D4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2011680"/>
            <a:ext cx="2468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60" y="2194560"/>
            <a:ext cx="457200" cy="45720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Decide better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8803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AI advisor grounded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in your portfolio.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Tax view.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Goal tracking.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17720"/>
            <a:ext cx="1124712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UNDER THE HOOD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74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React + Vite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492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Mobile-first PWA, installable, offline-capable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074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Supabase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3492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Postgres with row-level security, JWT auth, realtime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74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Anthropic Claude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3492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Server-side relay — no API keys in the browser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5074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BNR scraper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3492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Scheduled edge function pulls daily FX into our cache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IMPACT — RWANDA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Building the financial literacy infrastructure of a 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5657A"/>
                </a:solidFill>
                <a:latin typeface="Calibri"/>
              </a:rPr>
              <a:t>Vision 2050 needs Rwandans who save, invest, and build generational wealth. Imari is the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91440" cy="16916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Financial inclusion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5074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Brings wealth-tracking — historically a private-bank service — to anyone with a smartphone.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37744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377440"/>
            <a:ext cx="91440" cy="16916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Capital mobilisation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5074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When households see idle cash, they move it. T-bonds, RSE, real estate get funded.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91440" cy="16916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Tax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5074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RRA-aligned tax view reduces under-reporting and end-of-year filing panic.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251960"/>
            <a:ext cx="55321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251960"/>
            <a:ext cx="91440" cy="16916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Household resilience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37760"/>
            <a:ext cx="5074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Goals, liabilities, and cash-flow visibility help families weather shocks instead of borrowing into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Aligned with NST2 priorities: financial sector deepening, digital economy, household savings rate.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Rwanda is the beachhead. East Africa is the prize.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B1F3A"/>
                </a:solidFill>
                <a:latin typeface="Calibri"/>
              </a:rPr>
              <a:t>13.8M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Rwandans — fast-growing</a:t>
            </a:r>
          </a:p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middle 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0574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B1F3A"/>
                </a:solidFill>
                <a:latin typeface="Calibri"/>
              </a:rPr>
              <a:t>3.5M+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Mobile money accounts</a:t>
            </a:r>
          </a:p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(MTN + Airtel)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B1F3A"/>
                </a:solidFill>
                <a:latin typeface="Calibri"/>
              </a:rPr>
              <a:t>~10%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Household savings rate</a:t>
            </a:r>
          </a:p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(BNR, target: 25%)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657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8862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B1F3A"/>
                </a:solidFill>
                <a:latin typeface="Calibri"/>
              </a:rPr>
              <a:t>$50B+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7200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East African retail wealth</a:t>
            </a:r>
          </a:p>
          <a:p>
            <a:pPr algn="ctr"/>
            <a:r>
              <a:rPr sz="1100" b="0">
                <a:solidFill>
                  <a:srgbClr val="55657A"/>
                </a:solidFill>
                <a:latin typeface="Calibri"/>
              </a:rPr>
              <a:t>in tracked &amp; untracked assets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28800"/>
            <a:ext cx="5120640" cy="4114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GO-TO-MARKET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Rwanda → EAC → Francophone Africa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1089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Phase 1 · Year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290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Rwanda. Diaspora + urban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professional households.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Phase 2 · Year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3891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Kenya, Uganda, Tanzania.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Same FX, similar tax structures.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0292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Phase 3 · Year 3+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49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DRC, Burundi, Senegal, CI.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Localized currencies + tax modules.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Three revenue lines. One product surface.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703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703320" cy="91440"/>
          </a:xfrm>
          <a:prstGeom prst="rect">
            <a:avLst/>
          </a:prstGeom>
          <a:solidFill>
            <a:srgbClr val="55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5657A"/>
                </a:solidFill>
                <a:latin typeface="Calibri"/>
              </a:rPr>
              <a:t>RWF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5657A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Up to 10 assets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55657A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Single user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55657A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Manual entry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55657A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Basic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74920"/>
            <a:ext cx="3154680" cy="27432"/>
          </a:xfrm>
          <a:prstGeom prst="rect">
            <a:avLst/>
          </a:prstGeom>
          <a:solidFill>
            <a:srgbClr val="E6DE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Acquisition layer — the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on-ramp for every Rwandan saver.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703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703320" cy="914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060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D4A54B"/>
                </a:solidFill>
                <a:latin typeface="Calibri"/>
              </a:rPr>
              <a:t>RWF 4,900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46120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4A54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Unlimited assets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D4A54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AI advisor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D4A54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Excel import/export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D4A54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Household sharing (3 members)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D4A54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Tax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5074920"/>
            <a:ext cx="3154680" cy="27432"/>
          </a:xfrm>
          <a:prstGeom prst="rect">
            <a:avLst/>
          </a:prstGeom>
          <a:solidFill>
            <a:srgbClr val="E6DE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2120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Target: 50K paying households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by end of Year 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7033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703320" cy="91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10312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Partner / B2B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5B"/>
                </a:solidFill>
                <a:latin typeface="Calibri"/>
              </a:rPr>
              <a:t>Custom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46120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White-label for banks &amp; SACCOs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Embedded in MoMo super-apps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RRA tax-filing integration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•  </a:t>
            </a:r>
            <a:r>
              <a:rPr sz="1100">
                <a:solidFill>
                  <a:srgbClr val="122A4A"/>
                </a:solidFill>
                <a:latin typeface="Calibri"/>
              </a:rPr>
              <a:t>Wealth manager seats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5074920"/>
            <a:ext cx="3154680" cy="27432"/>
          </a:xfrm>
          <a:prstGeom prst="rect">
            <a:avLst/>
          </a:prstGeom>
          <a:solidFill>
            <a:srgbClr val="E6DE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21208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Distribution lever — one</a:t>
            </a:r>
          </a:p>
          <a:p>
            <a:pPr algn="l"/>
            <a:r>
              <a:rPr sz="1100" b="0">
                <a:solidFill>
                  <a:srgbClr val="55657A"/>
                </a:solidFill>
                <a:latin typeface="Calibri"/>
              </a:rPr>
              <a:t>bank deal = 100K+ users overnight.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Shipped, live, and being 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4A54B"/>
                </a:solidFill>
                <a:latin typeface="Calibri"/>
              </a:rPr>
              <a:t>•  </a:t>
            </a:r>
            <a:r>
              <a:rPr sz="1400" b="1">
                <a:solidFill>
                  <a:srgbClr val="122A4A"/>
                </a:solidFill>
                <a:latin typeface="Calibri"/>
              </a:rPr>
              <a:t>Live in production</a:t>
            </a:r>
            <a:r>
              <a:rPr sz="1400" b="0">
                <a:solidFill>
                  <a:srgbClr val="122A4A"/>
                </a:solidFill>
                <a:latin typeface="Calibri"/>
              </a:rPr>
              <a:t>  princenshuti.github.io/imari-portfolio — deployed via GitHub Actions, available globally.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4A54B"/>
                </a:solidFill>
                <a:latin typeface="Calibri"/>
              </a:rPr>
              <a:t>•  </a:t>
            </a:r>
            <a:r>
              <a:rPr sz="1400" b="1">
                <a:solidFill>
                  <a:srgbClr val="122A4A"/>
                </a:solidFill>
                <a:latin typeface="Calibri"/>
              </a:rPr>
              <a:t>Full feature set shipped</a:t>
            </a:r>
            <a:r>
              <a:rPr sz="1400" b="0">
                <a:solidFill>
                  <a:srgbClr val="122A4A"/>
                </a:solidFill>
                <a:latin typeface="Calibri"/>
              </a:rPr>
              <a:t>  Auth, dashboard, 25+ asset classes, AI advisor, RRA tax estimate, household sharing, PWA install.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4A54B"/>
                </a:solidFill>
                <a:latin typeface="Calibri"/>
              </a:rPr>
              <a:t>•  </a:t>
            </a:r>
            <a:r>
              <a:rPr sz="1400" b="1">
                <a:solidFill>
                  <a:srgbClr val="122A4A"/>
                </a:solidFill>
                <a:latin typeface="Calibri"/>
              </a:rPr>
              <a:t>Real infrastructure</a:t>
            </a:r>
            <a:r>
              <a:rPr sz="1400" b="0">
                <a:solidFill>
                  <a:srgbClr val="122A4A"/>
                </a:solidFill>
                <a:latin typeface="Calibri"/>
              </a:rPr>
              <a:t>  Supabase Postgres with row-level security, Anthropic Claude relay, scheduled BNR FX scraper.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4A54B"/>
                </a:solidFill>
                <a:latin typeface="Calibri"/>
              </a:rPr>
              <a:t>•  </a:t>
            </a:r>
            <a:r>
              <a:rPr sz="1400" b="1">
                <a:solidFill>
                  <a:srgbClr val="122A4A"/>
                </a:solidFill>
                <a:latin typeface="Calibri"/>
              </a:rPr>
              <a:t>Multi-currency, day one</a:t>
            </a:r>
            <a:r>
              <a:rPr sz="1400" b="0">
                <a:solidFill>
                  <a:srgbClr val="122A4A"/>
                </a:solidFill>
                <a:latin typeface="Calibri"/>
              </a:rPr>
              <a:t>  RWF · USD · EUR · KES with live BNR rates — built for diaspora &amp; dual-income households.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828800"/>
            <a:ext cx="4114800" cy="4114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NEXT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8404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MoMo + bank statement import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iOS / Android native shell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Kinyarwanda localisation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Wealth-manager B2B pilot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Automated test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WHY NOW · 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Rwanda is ready. The team has shipped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5778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Smartphone saturation</a:t>
            </a:r>
            <a:r>
              <a:rPr sz="1200" b="0">
                <a:solidFill>
                  <a:srgbClr val="122A4A"/>
                </a:solidFill>
                <a:latin typeface="Calibri"/>
              </a:rPr>
              <a:t>  Affordable Android + 4G coverage past 95% — every household is a potential user.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MoMo as financial OS</a:t>
            </a:r>
            <a:r>
              <a:rPr sz="1200" b="0">
                <a:solidFill>
                  <a:srgbClr val="122A4A"/>
                </a:solidFill>
                <a:latin typeface="Calibri"/>
              </a:rPr>
              <a:t>  Mobile money normalised digital finance. Imari is the wealth layer on top.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Diaspora capital flows</a:t>
            </a:r>
            <a:r>
              <a:rPr sz="1200" b="0">
                <a:solidFill>
                  <a:srgbClr val="122A4A"/>
                </a:solidFill>
                <a:latin typeface="Calibri"/>
              </a:rPr>
              <a:t>  $300M+/yr in remittances need tracking, allocation, and household visibility.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Policy tailwind</a:t>
            </a:r>
            <a:r>
              <a:rPr sz="1200" b="0">
                <a:solidFill>
                  <a:srgbClr val="122A4A"/>
                </a:solidFill>
                <a:latin typeface="Calibri"/>
              </a:rPr>
              <a:t>  BNR financial-deepening push + RRA digital filing modernisation.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WHY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53035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Operator-founder</a:t>
            </a:r>
            <a:r>
              <a:rPr sz="1200" b="0">
                <a:solidFill>
                  <a:srgbClr val="122A4A"/>
                </a:solidFill>
                <a:latin typeface="Calibri"/>
              </a:rPr>
              <a:t>  Maxventures runs the finance function it's productising — we are user zero.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Shipped, not pitched</a:t>
            </a:r>
            <a:r>
              <a:rPr sz="1200" b="0">
                <a:solidFill>
                  <a:srgbClr val="122A4A"/>
                </a:solidFill>
                <a:latin typeface="Calibri"/>
              </a:rPr>
              <a:t>  The product exists, in production, today. Not a deck and a Figma.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Local + global stack</a:t>
            </a:r>
            <a:r>
              <a:rPr sz="1200" b="0">
                <a:solidFill>
                  <a:srgbClr val="122A4A"/>
                </a:solidFill>
                <a:latin typeface="Calibri"/>
              </a:rPr>
              <a:t>  Built in Kigali on world-class infrastructure (Supabase, Anthropic, React).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D4A54B"/>
                </a:solidFill>
                <a:latin typeface="Calibri"/>
              </a:rPr>
              <a:t>•  </a:t>
            </a:r>
            <a:r>
              <a:rPr sz="1200" b="1">
                <a:solidFill>
                  <a:srgbClr val="122A4A"/>
                </a:solidFill>
                <a:latin typeface="Calibri"/>
              </a:rPr>
              <a:t>Capital efficient</a:t>
            </a:r>
            <a:r>
              <a:rPr sz="1200" b="0">
                <a:solidFill>
                  <a:srgbClr val="122A4A"/>
                </a:solidFill>
                <a:latin typeface="Calibri"/>
              </a:rPr>
              <a:t>  From zero to live product without external funding. Imagine what we do with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Capital to turn a working product into a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40080" cy="36576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858000" cy="4206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RAISING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$500K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54B"/>
                </a:solidFill>
                <a:latin typeface="Calibri"/>
              </a:rPr>
              <a:t>18-month runway · Rwanda + EAC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USE OF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17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Engineering — native apps, integrations, test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286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286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Growth — Rwanda launch, diaspora marketing, B2B 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39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39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Operations — Kigali team, compliance, customer success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504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550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Runway buffer + regulatory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54B"/>
                </a:solidFill>
                <a:latin typeface="Calibri"/>
              </a:rPr>
              <a:t>WHAT YOU'RE FUNDING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86000"/>
            <a:ext cx="4114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2286000"/>
            <a:ext cx="73152" cy="7772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3774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Month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334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10K active households · MoMo import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200400"/>
            <a:ext cx="4114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3200400"/>
            <a:ext cx="73152" cy="7772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2918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Month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478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50K active households · 5K paying Pro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4114800"/>
            <a:ext cx="4114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4114800"/>
            <a:ext cx="73152" cy="7772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206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Month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4622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Bank or SACCO B2B partnership signed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5029200"/>
            <a:ext cx="4114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5029200"/>
            <a:ext cx="73152" cy="777240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51206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Month 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3766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Live in 2nd EAC country · Series A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Imari by Maxventures   ·   Personal wealth, made visible.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D4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MAXVENTURES LTD.  ·  KIGALI,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Wealth, made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D4A54B"/>
                </a:solidFill>
                <a:latin typeface="Calibri"/>
              </a:rPr>
              <a:t>Every Rwandan household. Every shilling. One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5486400" cy="14630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GET IN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Nshuti Prince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Founder &amp; Managing Director, Maxventures Ltd.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nshutip29@gmail.com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572000"/>
            <a:ext cx="5120640" cy="14630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709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4A54B"/>
                </a:solidFill>
                <a:latin typeface="Calibri"/>
              </a:rPr>
              <a:t>TRY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029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princenshuti.github.io/imari-portfolio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39496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Sign up free. The product in this deck</a:t>
            </a:r>
          </a:p>
          <a:p>
            <a:pPr algn="l"/>
            <a:r>
              <a:rPr sz="1200" b="0">
                <a:solidFill>
                  <a:srgbClr val="55657A"/>
                </a:solidFill>
                <a:latin typeface="Calibri"/>
              </a:rPr>
              <a:t>is live. Today. Right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